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1ECF-5657-4651-88FF-7A1E68D28B93}" type="datetimeFigureOut">
              <a:rPr lang="hr-HR" smtClean="0"/>
              <a:t>6.9.2026.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ED1A-A172-413E-8DC3-0F281667FBA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72721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1ECF-5657-4651-88FF-7A1E68D28B93}" type="datetimeFigureOut">
              <a:rPr lang="hr-HR" smtClean="0"/>
              <a:t>6.9.2026.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ED1A-A172-413E-8DC3-0F281667FBA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02968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1ECF-5657-4651-88FF-7A1E68D28B93}" type="datetimeFigureOut">
              <a:rPr lang="hr-HR" smtClean="0"/>
              <a:t>6.9.2026.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ED1A-A172-413E-8DC3-0F281667FBA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39897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1ECF-5657-4651-88FF-7A1E68D28B93}" type="datetimeFigureOut">
              <a:rPr lang="hr-HR" smtClean="0"/>
              <a:t>6.9.2026.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ED1A-A172-413E-8DC3-0F281667FBA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0122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1ECF-5657-4651-88FF-7A1E68D28B93}" type="datetimeFigureOut">
              <a:rPr lang="hr-HR" smtClean="0"/>
              <a:t>6.9.2026.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ED1A-A172-413E-8DC3-0F281667FBA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85985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1ECF-5657-4651-88FF-7A1E68D28B93}" type="datetimeFigureOut">
              <a:rPr lang="hr-HR" smtClean="0"/>
              <a:t>6.9.2026.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ED1A-A172-413E-8DC3-0F281667FBA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20010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1ECF-5657-4651-88FF-7A1E68D28B93}" type="datetimeFigureOut">
              <a:rPr lang="hr-HR" smtClean="0"/>
              <a:t>6.9.2026.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ED1A-A172-413E-8DC3-0F281667FBA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14635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1ECF-5657-4651-88FF-7A1E68D28B93}" type="datetimeFigureOut">
              <a:rPr lang="hr-HR" smtClean="0"/>
              <a:t>6.9.2026.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ED1A-A172-413E-8DC3-0F281667FBA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8960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1ECF-5657-4651-88FF-7A1E68D28B93}" type="datetimeFigureOut">
              <a:rPr lang="hr-HR" smtClean="0"/>
              <a:t>6.9.2026.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ED1A-A172-413E-8DC3-0F281667FBA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34921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1ECF-5657-4651-88FF-7A1E68D28B93}" type="datetimeFigureOut">
              <a:rPr lang="hr-HR" smtClean="0"/>
              <a:t>6.9.2026.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ED1A-A172-413E-8DC3-0F281667FBA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3427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1ECF-5657-4651-88FF-7A1E68D28B93}" type="datetimeFigureOut">
              <a:rPr lang="hr-HR" smtClean="0"/>
              <a:t>6.9.2026.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ED1A-A172-413E-8DC3-0F281667FBA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10798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1ECF-5657-4651-88FF-7A1E68D28B93}" type="datetimeFigureOut">
              <a:rPr lang="hr-HR" smtClean="0"/>
              <a:t>6.9.2026.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ED1A-A172-413E-8DC3-0F281667FBA1}" type="slidenum">
              <a:rPr lang="hr-HR" smtClean="0"/>
              <a:t>‹#›</a:t>
            </a:fld>
            <a:endParaRPr lang="hr-H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7169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1ECF-5657-4651-88FF-7A1E68D28B93}" type="datetimeFigureOut">
              <a:rPr lang="hr-HR" smtClean="0"/>
              <a:t>6.9.2026.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ED1A-A172-413E-8DC3-0F281667FBA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81889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1ECF-5657-4651-88FF-7A1E68D28B93}" type="datetimeFigureOut">
              <a:rPr lang="hr-HR" smtClean="0"/>
              <a:t>6.9.2026.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ED1A-A172-413E-8DC3-0F281667FBA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05380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1ECF-5657-4651-88FF-7A1E68D28B93}" type="datetimeFigureOut">
              <a:rPr lang="hr-HR" smtClean="0"/>
              <a:t>6.9.2026.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ED1A-A172-413E-8DC3-0F281667FBA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11264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1ECF-5657-4651-88FF-7A1E68D28B93}" type="datetimeFigureOut">
              <a:rPr lang="hr-HR" smtClean="0"/>
              <a:t>6.9.2026.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ED1A-A172-413E-8DC3-0F281667FBA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056635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1ECF-5657-4651-88FF-7A1E68D28B93}" type="datetimeFigureOut">
              <a:rPr lang="hr-HR" smtClean="0"/>
              <a:t>6.9.2026.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ED1A-A172-413E-8DC3-0F281667FBA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28992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4281ECF-5657-4651-88FF-7A1E68D28B93}" type="datetimeFigureOut">
              <a:rPr lang="hr-HR" smtClean="0"/>
              <a:t>6.9.2026.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3FDED1A-A172-413E-8DC3-0F281667FBA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675433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096B1-E525-199E-F823-183BB90A8C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r-H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Backrooms (Found Footage)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8DACB5-0A3F-3325-CF15-A33E592C1A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Matej Bogdanović</a:t>
            </a:r>
          </a:p>
        </p:txBody>
      </p:sp>
    </p:spTree>
    <p:extLst>
      <p:ext uri="{BB962C8B-B14F-4D97-AF65-F5344CB8AC3E}">
        <p14:creationId xmlns:p14="http://schemas.microsoft.com/office/powerpoint/2010/main" val="2203925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BCFEE-2CED-9085-E94F-A7EB6A321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Liminalni prostori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F04830-C8C2-432D-1C27-46960ACB4F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84426" y="1510021"/>
            <a:ext cx="3335317" cy="2501488"/>
          </a:xfrm>
        </p:spPr>
      </p:pic>
      <p:pic>
        <p:nvPicPr>
          <p:cNvPr id="1026" name="Picture 2" descr="Liminal Spaces (@Liminal_Places) on X | Luminal space wallpaper, What ...">
            <a:extLst>
              <a:ext uri="{FF2B5EF4-FFF2-40B4-BE49-F238E27FC236}">
                <a16:creationId xmlns:a16="http://schemas.microsoft.com/office/drawing/2014/main" id="{5B993E96-F421-156F-4F52-27712ECD7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25" y="4339891"/>
            <a:ext cx="3335318" cy="1876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very Four Star Hotel, Everywhere | Liminal Spaces / Images With ...">
            <a:extLst>
              <a:ext uri="{FF2B5EF4-FFF2-40B4-BE49-F238E27FC236}">
                <a16:creationId xmlns:a16="http://schemas.microsoft.com/office/drawing/2014/main" id="{6BDBB5DA-A2D0-EC5B-9E18-C0D2E50FE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9184" y="1510021"/>
            <a:ext cx="3178391" cy="4237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7301C99-1FBF-092A-512F-30301474C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5268" y="4259992"/>
            <a:ext cx="3178391" cy="2383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8880B8C3-C9CC-38C9-17CB-CD9A070E9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927" y="1508421"/>
            <a:ext cx="3841072" cy="2574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6216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A8FA-D36E-1667-3551-F4049C69F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The Backrooms</a:t>
            </a:r>
          </a:p>
        </p:txBody>
      </p:sp>
      <p:pic>
        <p:nvPicPr>
          <p:cNvPr id="2050" name="Picture 2" descr="The Backrooms by Kane Pixels | A Creepypasta Horror Short">
            <a:extLst>
              <a:ext uri="{FF2B5EF4-FFF2-40B4-BE49-F238E27FC236}">
                <a16:creationId xmlns:a16="http://schemas.microsoft.com/office/drawing/2014/main" id="{CE06E8E1-B4EC-D8CC-FCBD-03B6D5132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15" y="1580050"/>
            <a:ext cx="3870897" cy="290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ackrooms review - sincerely disturbing and… | Little White Lies">
            <a:extLst>
              <a:ext uri="{FF2B5EF4-FFF2-40B4-BE49-F238E27FC236}">
                <a16:creationId xmlns:a16="http://schemas.microsoft.com/office/drawing/2014/main" id="{40AD42F6-F872-C588-6AC8-117F79820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785" y="1580050"/>
            <a:ext cx="3014709" cy="3014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65C617-3F46-661E-4229-4FAB7596BE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415" y="4739126"/>
            <a:ext cx="6430855" cy="1958670"/>
          </a:xfrm>
          <a:prstGeom prst="rect">
            <a:avLst/>
          </a:prstGeom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531A61C0-2ABB-723E-7DB0-233BB078D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0474" y="2119543"/>
            <a:ext cx="2661821" cy="3992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2528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BD787-68F2-D829-0370-0D3635649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Proces kreacije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1D361536-1919-81CA-442A-FE967EC86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11" y="2103831"/>
            <a:ext cx="6170396" cy="3435833"/>
          </a:xfr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77551D8-1B91-81BF-DC45-ED03FB923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925" y="1786057"/>
            <a:ext cx="5167253" cy="407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106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FD6D2-21ED-8C4F-A694-0E552D30A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Proces kreacije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4F1786-E7C0-6A1C-5EAA-81F0EFD3C6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065" y="1580050"/>
            <a:ext cx="5690441" cy="243116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497B7C-8661-90D1-9443-19BC1631F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065" y="4137827"/>
            <a:ext cx="5893221" cy="25125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019ED8-D749-D855-EAE7-D3E40CB70D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66" y="1580050"/>
            <a:ext cx="4927107" cy="2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59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DF1E2-8330-D3EC-0410-331AB8229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Proces kreacije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DB500B-9181-A9D3-5DBA-9B7CCEEC3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00" y="2450722"/>
            <a:ext cx="5734176" cy="2336643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4EE9EF-8FF5-6603-C593-4FCDD1DA9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208" y="2102356"/>
            <a:ext cx="4061349" cy="303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50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95</TotalTime>
  <Words>18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Calisto MT</vt:lpstr>
      <vt:lpstr>Times New Roman</vt:lpstr>
      <vt:lpstr>Wingdings 2</vt:lpstr>
      <vt:lpstr>Slate</vt:lpstr>
      <vt:lpstr>The Backrooms (Found Footage)</vt:lpstr>
      <vt:lpstr>Liminalni prostori</vt:lpstr>
      <vt:lpstr>The Backrooms</vt:lpstr>
      <vt:lpstr>Proces kreacije</vt:lpstr>
      <vt:lpstr>Proces kreacije</vt:lpstr>
      <vt:lpstr>Proces kreacije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Matej</dc:creator>
  <cp:lastModifiedBy>Matej</cp:lastModifiedBy>
  <cp:revision>1</cp:revision>
  <dcterms:created xsi:type="dcterms:W3CDTF">2026-09-06T10:05:46Z</dcterms:created>
  <dcterms:modified xsi:type="dcterms:W3CDTF">2026-09-06T11:41:08Z</dcterms:modified>
</cp:coreProperties>
</file>